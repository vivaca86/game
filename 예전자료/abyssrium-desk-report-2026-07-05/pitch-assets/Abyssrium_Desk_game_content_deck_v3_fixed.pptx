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6F7ED5-C1AE-FFE4-C69B-0C535EF63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36985D-DC68-6326-E1FF-9C2A50295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D8A268-93EB-F846-AD8C-45019C133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5CB08D-BCB7-074C-49D3-C4B7968DD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60A703-01AB-BE39-DF98-833F143E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81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0A447-D8CD-E3E4-CE62-C628E4E3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C5CC24-3ED3-244A-C86A-82AA42383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088371-7C5C-7707-F2CD-189E0037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8C9D63-A6F2-A76B-5F66-60133266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A18009-E0C4-F814-EBBE-9E14EB88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9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7C3F8-C165-DAAC-6A43-9E0D80589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29B0CE-D0C7-0301-6887-1B1B2159C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BD296-A553-F3F9-9852-DFB824E18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AB666E-2412-76FA-7426-5B0DDBC50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278741-6EE7-3CD7-F95A-F443B9B0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75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39A58-41FF-9002-D415-0406CEDFF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67071A-DBBF-29DC-7BB8-9E64C2022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049861-B427-5BDD-23DA-7E56D8C67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AC5D95-FE3C-DEAA-1B41-C2AAFC7A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9ADC52-127A-E3F1-A785-0E8437CC1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A7E507-6816-CCB9-A804-498902B6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27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AD8D7-2F44-8FDC-CAA8-1EB42170F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A47945-0342-F0CC-2111-4AEADCFDB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D4AF73-8AAB-9DC6-4DC9-CCD9FA44F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9B91C9-1DD2-C15E-62A2-5F52D967B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D53F8C-C571-9317-86EC-3DE565173A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59A64E-3CFA-4218-21C6-FAE14E23A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683C70-3AEC-BA8D-C065-B5E3D08C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117BE9-CDE9-BA39-156E-C89CB48A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701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B5030-82A7-CC77-1F19-5F5780C4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E51F7C-48D3-5EE8-119C-1FE7B95F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B2855E-BDD5-5CE0-EAE7-2B460D35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F9263D-29C1-6EDD-903A-BEBC56D0C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79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AA80D5-A90D-8DA2-DA57-8A5C678C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C6E2FC-3E4C-4659-6844-4A4CBB866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185C50-242D-6D48-1293-2F8D0A14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21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B9FDB-2F3F-0559-9FA3-8BF7EC55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9CBEA0-2F69-BA88-2C80-90BD707CF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C13D26-3DB0-D6E8-7F9B-CE87696A1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526043-8C08-9C02-EB7D-4C36B20A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B47E6F-511B-41E7-67B2-3AC212E3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6C8048-0B8D-6E82-BCDE-21A2525C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36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2E5A6-B98D-C2CE-49DB-CC6CA8426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649091-2CDE-6A06-EE9F-54BBD5DFE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4093F8-1D7D-C6DD-5C2A-B66E3B199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15988B-E895-2ADC-97C9-BB360C1E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3CF502-1E06-9500-A440-856606F8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A4397C-B1E1-2851-9FEF-A666024DC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815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FC8E6-4372-8FF5-F05E-42DA12DEB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AC9C31-5A1D-96A0-3CB9-DA1C5FD86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925339-20D8-7E42-0077-DD40B43E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13FB78-8F13-3C24-AA33-C044A993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6EFF49-397B-A40C-AEF7-7970D03CB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993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D729AC-ED49-F01F-0502-7A64789B0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D593D6-F5C7-DBEA-12A6-7D4384153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0D43A-A8D9-6C9D-D9E1-05A28BC7A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61842B-1281-837B-B4A3-8736FC5B3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7B7D92-A224-ADB4-3D88-950C400B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526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266B4AD-1904-EC92-74B2-EC5914182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1FE5FE-7190-362A-AD19-3F44D4AFB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F858DC-A72B-E97F-B04E-0ACD1CD54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90335-E470-424B-94CC-25C3F550967A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B55762-60AC-9E5E-03AD-C72853F87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C00E09-FABA-C4B7-3835-92C6D5FE8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65011-AFD5-4E94-9646-81643AA6B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48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7658A9-881E-FFEA-09E1-5995C57324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68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0559B2-3342-9CD4-E0FB-B36BB112331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13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74788E-4ABA-BD66-26B6-83AEB360B6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88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CF7117C-0D8C-DEB7-A052-235E3B690E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183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2942C4-C792-76F1-07B8-9E2F5676F4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22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B9B2A9-0D01-76CF-5FBB-051934A032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07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2E0C811-B808-2018-DE06-5DF1B64F23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02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08C00B-B6E6-CAEF-7C9B-FD065B49E39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10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B649A5-F0CA-3195-279B-528195DD6F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98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</dc:creator>
  <cp:lastModifiedBy>i</cp:lastModifiedBy>
  <cp:revision>1</cp:revision>
  <dcterms:created xsi:type="dcterms:W3CDTF">2026-07-04T06:00:55Z</dcterms:created>
  <dcterms:modified xsi:type="dcterms:W3CDTF">2026-07-04T06:00:55Z</dcterms:modified>
</cp:coreProperties>
</file>