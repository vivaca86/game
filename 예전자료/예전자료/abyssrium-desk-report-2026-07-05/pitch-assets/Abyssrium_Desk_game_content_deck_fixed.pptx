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155E80-71A2-5356-12FD-F8FD611DB6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A36A133-A96D-CE59-1979-81C5625B67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8567BD6-C9A6-4961-2F13-8551D0C7AB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60783-BC34-44BF-BCA2-D68107ADAA78}" type="datetimeFigureOut">
              <a:rPr lang="ko-KR" altLang="en-US" smtClean="0"/>
              <a:t>2026-07-04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B83357E-1FE0-CEEF-38C5-24437E86A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F71C09D-1661-4B4C-FEA5-BA6764AB4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F9C61-8880-4689-A147-13305FED52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54247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3DBF86-D09F-EE78-D902-9725C7AB4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E647558-91D7-D39B-A901-C6E09BC5ED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5002396-0F51-B09E-6195-91B15A61A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60783-BC34-44BF-BCA2-D68107ADAA78}" type="datetimeFigureOut">
              <a:rPr lang="ko-KR" altLang="en-US" smtClean="0"/>
              <a:t>2026-07-04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9BDFF78-8C0F-8409-786C-B4A6E6B9D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7B46C2A-E165-9BB1-25F1-B5150CF85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F9C61-8880-4689-A147-13305FED52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3691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6E64C2-A85F-4BDE-BBAB-8702EBCD1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5170E34-47B3-C603-E830-ED0ABA3FBB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ECDE620-7B38-DA95-19BC-7BCB08B52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60783-BC34-44BF-BCA2-D68107ADAA78}" type="datetimeFigureOut">
              <a:rPr lang="ko-KR" altLang="en-US" smtClean="0"/>
              <a:t>2026-07-04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2E39B46-3D79-1F13-9D21-172772646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DE802F7-7E9C-D7D8-2749-DBD1BA1F0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F9C61-8880-4689-A147-13305FED52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90351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4CEA58-5E8D-C540-30B7-FA9ABF52F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A6C3C7B-AB3A-C3E2-1E9E-38DC69FB41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3F6356B-302A-58FC-A780-661FFFFFFB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303E861-A823-9350-2D46-ADE313573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60783-BC34-44BF-BCA2-D68107ADAA78}" type="datetimeFigureOut">
              <a:rPr lang="ko-KR" altLang="en-US" smtClean="0"/>
              <a:t>2026-07-04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4B14C7F-4627-475E-FBDB-74A106E0A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D64C8A3-68B5-6A59-F979-D28CDC669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F9C61-8880-4689-A147-13305FED52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62476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5FC585-E542-0D69-1C23-45B3E2E15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F5931AE-9A2F-4148-36C7-02A9D98C44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086F0F8-B665-7EAA-F072-7903214F4D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E9A9764-D180-33F0-0EA9-326A443286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920CBCC-1457-42C7-547D-D827490B40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C12D7FF-BF58-B049-5818-69DC34ADA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60783-BC34-44BF-BCA2-D68107ADAA78}" type="datetimeFigureOut">
              <a:rPr lang="ko-KR" altLang="en-US" smtClean="0"/>
              <a:t>2026-07-04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786084D-2E91-BC99-4BE5-2CE69C6EC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E701DA9-DAD5-8920-F3AC-2C6927422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F9C61-8880-4689-A147-13305FED52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9108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6494FB-13FD-383A-ACD2-A2ECC8383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DFF2202-CE8A-3AB6-0CC7-4F851570BA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60783-BC34-44BF-BCA2-D68107ADAA78}" type="datetimeFigureOut">
              <a:rPr lang="ko-KR" altLang="en-US" smtClean="0"/>
              <a:t>2026-07-04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7F77F4F-1A52-D38D-8D0C-F983F3D92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81418D7-E54C-0D78-B6B5-72A84B191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F9C61-8880-4689-A147-13305FED52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3929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BD64491-93A6-D3D2-C0C4-D4740458F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60783-BC34-44BF-BCA2-D68107ADAA78}" type="datetimeFigureOut">
              <a:rPr lang="ko-KR" altLang="en-US" smtClean="0"/>
              <a:t>2026-07-04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470C3CC-9016-D183-BE20-A25597C87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4A0925D-0A2E-2354-DD0D-3E5DA2345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F9C61-8880-4689-A147-13305FED52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5833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170F31-BDEE-CDAE-9136-F6D3BB120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C1B886-7F08-A5D1-9F96-6F8361D136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8F9B98A-1057-867B-0551-A1BE7FD9F4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D14C0E6-3B01-46E4-C9C5-ECD9C68DF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60783-BC34-44BF-BCA2-D68107ADAA78}" type="datetimeFigureOut">
              <a:rPr lang="ko-KR" altLang="en-US" smtClean="0"/>
              <a:t>2026-07-04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9A01CB7-BBC8-12AC-9AE6-3F1EE2FD7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EDB7695-E41C-AC10-E748-EB1C2CBFC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F9C61-8880-4689-A147-13305FED52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7365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5A2E55-FFEF-9A59-81D4-CFE6DB412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02D8DC8-7DE7-7C0E-7E65-09E899E1BB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C5D833B-2BC5-1A5F-F367-9C67D431F9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24E0FCE-5EA4-DEEC-5ACD-98B5E1AB2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60783-BC34-44BF-BCA2-D68107ADAA78}" type="datetimeFigureOut">
              <a:rPr lang="ko-KR" altLang="en-US" smtClean="0"/>
              <a:t>2026-07-04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7B09D7A-E538-6785-E9B8-80FBD6B8F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D0A281D-CDB3-D8EE-9D9B-A0F24B6E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F9C61-8880-4689-A147-13305FED52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4589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DA3A37-17C9-DE3E-9A19-EAACB5BAF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532AEF6-7F2C-16F4-9F46-CDFD96CF67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A228C4-C156-98D8-BEFE-C00898BA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60783-BC34-44BF-BCA2-D68107ADAA78}" type="datetimeFigureOut">
              <a:rPr lang="ko-KR" altLang="en-US" smtClean="0"/>
              <a:t>2026-07-04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8CB2F35-D85D-1247-4AEB-8581A0010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C842BA1-85D3-3A9A-E8E5-B1EB5ABED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F9C61-8880-4689-A147-13305FED52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84411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8A4B6D8-8445-5FC1-CD56-970144F4DF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41763F2-F7CE-E3A9-DF1A-50F17EB883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A1E09C4-96A7-5658-3DD6-7DAAF71F42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60783-BC34-44BF-BCA2-D68107ADAA78}" type="datetimeFigureOut">
              <a:rPr lang="ko-KR" altLang="en-US" smtClean="0"/>
              <a:t>2026-07-04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92B5BF3-189B-B17C-29F3-2FF23EC52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AFF0EBB-EEB8-9BE4-4699-E7025CA1E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F9C61-8880-4689-A147-13305FED52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73681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57433B6-53DB-62E7-797B-E36F1E389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6713759-CF6F-79C2-0D98-AA1A61ACD8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67F9B3E-DC0F-2621-DC91-7F200B0FC9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C60783-BC34-44BF-BCA2-D68107ADAA78}" type="datetimeFigureOut">
              <a:rPr lang="ko-KR" altLang="en-US" smtClean="0"/>
              <a:t>2026-07-04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E29DEF6-1B9E-EBF1-5DFB-BF962FAA46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6F330F3-BB30-2CE4-86F4-FCD341A18B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EF9C61-8880-4689-A147-13305FED52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9037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4EB03B8-51D3-988C-5951-2A2BAC26DBF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4806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42E8F2F-EC3E-A551-689B-C45F25627B5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94765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CAE0ADC-971E-54D1-E466-9920AAD93E7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1803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766BFE3-2BCB-B142-8DB9-505FB15AE11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39897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940E7E6-9A09-1C41-7DEB-F22F7CB646C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592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F01F43E-DAFB-73A7-7CD5-3175B92E00D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86121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452493F-CD7B-C131-2812-9D59E438D22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85128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C25A674-DB74-2BC1-67CE-D05F4E978A2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7521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145D9D7-FBDD-2C0C-3428-2695D21D094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3036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사용자 지정</PresentationFormat>
  <Paragraphs>0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</dc:creator>
  <cp:lastModifiedBy>i</cp:lastModifiedBy>
  <cp:revision>1</cp:revision>
  <dcterms:created xsi:type="dcterms:W3CDTF">2026-07-04T05:26:35Z</dcterms:created>
  <dcterms:modified xsi:type="dcterms:W3CDTF">2026-07-04T05:26:35Z</dcterms:modified>
</cp:coreProperties>
</file>