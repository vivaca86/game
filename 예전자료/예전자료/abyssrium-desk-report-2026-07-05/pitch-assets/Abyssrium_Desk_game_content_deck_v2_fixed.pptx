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C808F-18F1-4EED-5895-3F3EA3E73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219B06-0C9F-A499-0AD5-20AFF59B3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77E154-001D-E077-A1EE-F362A2EF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16DA9-F2A2-1978-C123-7FA732E4B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3BFCF2-174B-4A22-8758-71BCC4B0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57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EF150-5D96-9544-C627-5E25FF2B4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929226-0A9F-8333-80BD-E03D49E56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1DE460-7BB6-E173-780D-EACA3C0DE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EE8B35-CD6F-FFD6-7A49-82621BC1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820EA-7059-9777-E921-8245B4E0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02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71841-3F8B-59E3-55FF-BD690AA5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816D28-BA6C-003A-FB4E-D2DC07F6D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D6DEFF-27C7-4713-A49F-DF9D489C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88DA4D-6CE9-5447-F1D2-7101C7FE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361051-20B4-AD7E-A86A-208BA372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21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3F388-053E-7F2A-A264-0F1ACC9A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B47A7-AE48-E642-DCE1-A307B47B0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F83B4F-FE56-B943-9001-519302F8B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0C9984-6DA3-75E7-681B-18B85CFE7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A0C9A9-BD73-2BA5-6B8F-13E2F914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049351-5902-9F9B-2ECD-AFAD77B1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2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9A76E-B6A5-0198-C33C-7B343BCC6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5C26F5-BB97-BF7F-54AC-E86CCDB6C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A9945C-49BD-3FC2-52FD-D56E6B993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5BF5D8-4D05-1DBD-4F8C-3953BE71C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6570B7-2A96-BF36-F022-7567B5509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076397-F217-99E1-1DBA-7E27F6CA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1691E2-2075-DA75-D96D-3BF1D80A9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C3E46A-9786-35C5-935A-5C5CAFD8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52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3F7FF-8304-0E65-6F4E-9A8A7666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44A14E-BAE1-63A0-CB3A-34390F03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EFED05-B2D8-FD83-5891-9B677731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9A907D-3A83-CCEE-35D7-DF51C913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78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AAA15D-974D-E422-5C7A-A536B302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7A6C41-AF7D-40FC-D88D-25388B3E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CB530-7095-F2C2-B08D-E3ACE3B7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54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34EC0-3D95-9357-8235-DBDA91FFA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A6C61-9DE1-2832-4466-A1679C3E8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BB2588-2FB4-3B84-A15F-F494999EB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A18771-E040-E5A6-C545-68CF8ABF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ECD10F-2A24-90BB-794A-658F0216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1A2F1A-58E8-0CE0-5578-5EA864D1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44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853B3F-E476-6F8A-4510-DB0F9AE6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3F282F-26F9-4C6D-7D4C-D133B1320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EF0176-0B4B-D355-35F9-DBD9D4248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88CA4C-AE2E-87FF-1C5C-3FC7F5A7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7B281C-C589-3D31-24DE-8D2D1E6F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43A0E5-0A15-403E-486C-E02FC15B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05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8E230-A7B5-168B-F1A7-C2844DE9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1A6AD0-D4E2-525A-8354-1C93AF20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287EA0-8A8D-CAFC-B445-C31854C3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792C07-5ACD-0A02-676F-533E9B24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C939C6-459F-6DAB-1330-69186A88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41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483839-7436-7C51-57C0-2529836E4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4EFE73-4005-AD47-5C1A-6BB2DE0EC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0ACD44-28AD-C382-D7C1-20EE01E8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23AD08-5AD5-661E-ADC4-42159F84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97EC09-5FB6-2C2A-2452-2B9BBF4E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706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B3D0FDD-AFB4-DFFF-DFE9-CA537BE3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AFF10-1E54-679D-BAEA-8B1273CF3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45C46-701D-F6A9-BDC3-50382C7CB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96FC3-613C-4336-8072-432739A0E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D6275-5879-6FF0-328C-81DB7D58F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23437C-C1A1-89DA-D6E3-3F72FF2F5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7A23C-E402-42CF-94C3-8EA381210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58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7318A6-A25D-B334-0019-A38F01B00E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48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7533C7-69FE-B382-4AF1-DCB1D9BEBE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04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2B0EB0-204F-4326-C57C-346D9ABF78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1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2DAC61-9931-95F4-A249-F851DF7E116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5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F2F22C-E223-E994-0526-4B84D5DE9B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3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35E580-0FC5-AEAB-7B8C-BF76B0123C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1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9DAFF7-5606-2B41-E801-F870DDF979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5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32EABF-D6AB-833E-91DC-EE9A938012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0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4FC439-8A5A-A6BE-29C7-77B5B71815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17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</dc:creator>
  <cp:lastModifiedBy>i</cp:lastModifiedBy>
  <cp:revision>1</cp:revision>
  <dcterms:created xsi:type="dcterms:W3CDTF">2026-07-04T05:38:56Z</dcterms:created>
  <dcterms:modified xsi:type="dcterms:W3CDTF">2026-07-04T05:38:56Z</dcterms:modified>
</cp:coreProperties>
</file>