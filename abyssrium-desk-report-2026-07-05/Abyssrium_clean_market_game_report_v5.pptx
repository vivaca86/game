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D1568-0D6E-E107-E2A8-8E06B3F20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CC84EB-6900-4633-1979-416CF4596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7BAEE6-6FD8-7E3A-3FF7-71BB6338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1973F-7B5B-4909-D7EB-1060AB1F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C5F769-1DAD-0FD0-151E-860C725B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90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491A8-D4BF-4B49-5E81-7B203708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C0608F-81BA-A368-00EE-CE175BDD4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6EFB2C-7CF9-5943-154F-2CA105FE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D57A0-F381-83C0-73BB-7B9B5992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953398-328A-2ED1-1779-F15A551A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8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F7E9D-AA66-AE75-6C94-803C1398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0095A3-FFDB-B922-BFD3-72585B3D7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95E012-8E0F-6D62-52FA-C82B6282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6E23AB-95F1-2DD3-F2A5-FF0C3C71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2BF490-CE64-8AD0-2BA5-CB53771F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24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47CCD-BA7E-5225-E916-43BB68AF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60120-75C1-EBF3-0837-DCBF2E4C9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4F5285-9F86-CCAB-1DA9-AB7687A92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342977-4279-9044-B5D7-6B1C8CA1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4F226C-3310-BE0C-7C88-ADD3E65B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F553D6-556F-31B9-995A-8207031C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1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980FF-8530-869F-9676-BEF7BC05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201A4C-3A81-DA38-85A1-C7D0915EE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89311B-296D-6B29-9685-29B0C7CCD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C93BFC-A943-3548-F200-11313E3D8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764F5E-DBB5-77B8-3CC2-4EBCDE694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AABF40-EA27-A146-4852-DC209684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4595E5-A521-C5F1-2773-4AED8B76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7950A0-E945-E9E4-157C-809286EC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43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7CE67-655B-BE58-4F29-C49FF1A7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63E1FF-2AEE-55FD-C75A-8942035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CBE7D2-9DB5-5DB1-1EF9-EAC9979F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52BC0F-8C3A-980D-5029-87395360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52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F95CD8-A96D-F9E2-4718-A079EDFF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788515-77AD-A7F9-2D57-9F7724F5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56717-927D-6CD2-3C8D-53496B97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66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23785-09EE-2DFD-F7E7-17024D0F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722AA-B6BF-4A0D-9904-583FD723A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78EA03-7642-8D2D-3C2F-3178F1866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30D12-EDED-1516-F3E5-2032F746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F9DBD-D556-B8C5-01A2-74B10717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6C2899-0F66-BB78-D4AB-4A675886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88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B640D-5991-E93A-D070-364D2365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5F1E2B-819F-0236-A431-334FB58BB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DFF541-46C2-5D01-D21F-83BAE14BF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9F32FA-39FF-2211-821F-EAA5EDA8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A2E59D-5599-443A-FB90-96204CDC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8ABB2-06DA-0D91-B7D0-F3CA9BC0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5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35066-20FF-4428-0A66-5076E310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71537F-633F-F455-BBFA-4542B33CF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93DCA-0DBC-BFD7-23E8-9C192A9C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A54C5-EC9B-131E-9639-2C6ED292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53277-5312-D394-55F8-3CBC9E30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53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64B9C1-7E41-8C21-DB7E-7F2F41630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26BB28-C4F5-4726-7EF1-0FE3C10DE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69A68-2623-9EA5-AA6C-DE88A981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4AFC7D-5DAC-61D6-3C5A-EEF217F1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A459E-8767-AFE1-2C1B-C8258A6A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A28AEF-A37E-44BF-2EEE-444EB4C6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CD9EE9-979A-4677-699A-759CD9198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994D4-ADBE-FFF9-06EF-E9CB175A2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AABE3-0FE2-469E-89ED-2E215C10A576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4838F-4B2A-DE7B-54EC-DAC2BE4AF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518E52-72CE-7EBE-A395-3913AF094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32A0-3766-414A-B892-3D1A09BA3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6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452818-D8B3-0118-A61F-16DC69ED47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5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0DEF1F-0957-A9D4-412E-34B765739B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6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AF04FA-0B69-E62D-0799-4528E89A08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9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A11F9C-2830-C736-ABDE-317686CD0D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77EFFF-068B-BDF3-97AA-03EBA99C65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1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8E4A70-7870-F0A3-7178-9476215D66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8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FB0CA2-D03E-952C-0F37-9658D019DC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9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BACB67-E430-692E-EFF1-9CEC076275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E4F07D-B392-19C4-9AEC-4B1944A757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7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51B983-F478-80BE-5C1C-666A1A1E1D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3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44DAF1-2707-3B46-616E-BF82A02A3A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7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</dc:creator>
  <cp:lastModifiedBy>i</cp:lastModifiedBy>
  <cp:revision>1</cp:revision>
  <dcterms:created xsi:type="dcterms:W3CDTF">2026-07-04T12:27:50Z</dcterms:created>
  <dcterms:modified xsi:type="dcterms:W3CDTF">2026-07-04T12:27:50Z</dcterms:modified>
</cp:coreProperties>
</file>