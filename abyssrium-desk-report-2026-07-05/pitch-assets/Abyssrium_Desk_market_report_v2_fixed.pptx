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0C19F-7FD2-2C1C-8A2E-D07149328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F341AA-298C-1B1D-995E-5CAA507A6C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5F9DF-1A65-33DB-CBD3-7E994E4B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577CC-E9E0-D510-5F6F-D0C4F014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1CB112-EBDF-84F0-DD9D-F44E6A978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85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07C5E0-AABB-8080-67F8-CDBE7B7D1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62494-7FC8-64AF-0D31-9771E8460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24CB34-115A-CA2F-B9E6-735529A0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BCCE9-8C79-D37F-5803-0529A993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C16D34-E419-5197-BC95-7C581A5CB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67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68C12-6FDC-09DA-1949-1F8015712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D471BE-6F64-E62C-861E-CE2EC1C3F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C398C7-4115-8F4B-5570-A6AECC8B3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AB91BA-3397-0991-B3BD-2F981BD3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B43B1A-4E6B-47E8-A157-0ABAC617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88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AE874-CE91-9ECF-CA36-6FEAA684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FE4DC1-99EB-D909-6176-B62BFBE49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031546-B6B7-A02C-386C-DC3B1B354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A1FD72-0EA1-05BA-048C-C898BE15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195B5E-FE7C-CDAA-C1BA-BF230860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C6B2F2-5CC2-F5AB-7015-C6E15A43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87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4B86E-791C-C291-5457-D603D0E16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3E4E51-2ABE-2D93-DC8E-7288B37C9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9990FE-C91F-B85A-34B9-56BEBBEEF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9B8152-AC42-5B90-0BAB-D00221BD9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029149-BFB2-388B-F95C-8BB3673B1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CE8AF6-17F3-7BBA-E0A7-1E18A098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9E60B8-8DC9-D097-0EC2-A0316874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87EACA-3B28-23BA-E8BC-D57C06CE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71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45313-2A47-54F9-3720-59CD8CDB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DEB6F0-17FF-6524-ED67-B9392B5E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BCA520-66BD-F706-E0B4-214B13820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199922-4F6F-38AF-13EC-BE4CEE92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942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6626F0-1D65-EE42-C929-84816201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D20597-2ADF-767B-2BCF-BF38D9D4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550D58-1C78-D15B-8334-728F931B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65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F09BF-4FE9-299C-E7D9-7F6186F1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867B59-97AC-12F4-4369-E422C8C32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7BD8D4-B938-5357-8FC8-097831AAA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0D8D54-2DE7-74C1-AE62-1859471A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E15372-82F5-1509-B3D0-928AEE43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6099D0-C7C7-FB5C-513C-252938A7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8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1923D-F0FF-1F46-C127-C5B4A1999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78EDBD-1423-E3A0-C778-491463069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4AFB08-C2C4-8B79-73E8-716E6EEF3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648FA6-3F5C-5790-3D96-FEEBDA54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83A46-45B6-0BC9-0495-65A437F8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E61D9F-362F-43A6-243D-D3F392812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963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D6CEC-276A-67E9-0F39-0A62EC93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72ACC8-0044-8C11-A5C0-87FF4CA89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6E3D0E-5598-A4B7-7AD1-A80092EAC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72F733-0B12-8841-8D4C-4AF2C6EC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815F7B-9493-7379-546A-4E1639217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40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7A5488-9212-B22A-E335-7C32A4287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984134-7015-791E-3297-4702704EB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E7D7AC-ED18-3555-FA64-34448CB75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31F1F2-E82D-CA4A-8AED-50E80494A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CBDEC8-2EA5-3A9D-FD6F-25CBFCE6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977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6C06CE-18CB-4867-0801-85C3E55FC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CD054A-F40D-6AB8-E71E-E770EEFC7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5A651-EE78-FDB5-350F-AD5C3E35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E10C6-83D9-4634-B74D-EC3CBCD2E06D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36C065-5774-B923-A5A7-F02E99CE6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A0DE3-4C17-C4DD-843B-08E0B294F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807A4-476F-4B73-BE10-5F94ED1E06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22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EC73E5-E462-6271-1B20-17121B283E9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6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963AE9-3DE9-3567-9C14-EEAB62DEA5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931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D374A6-7DF0-A785-D4CC-0F6118CD36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0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3D4206-FF59-CA54-E7FC-1F0D3DA92E2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5AE3296-53CF-1370-5622-042561020E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528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6F8E3EA-5CB5-BB7E-201F-6444F80C98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1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C897F4A-F93D-9EDD-969B-6E4E5C5661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31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4FDE2C9-5179-E4A8-31D7-9000B1DF60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08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83966C-50EE-734D-D95A-13DE0B12BE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06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C6DEF9-C0A0-4422-F23F-3D1CAC1529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29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B24380-EDF7-1360-F7DD-475E682753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36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45D378-8963-853E-AC80-44BA11AAF5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36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C80D3C-A772-D470-F5F3-5C235C3295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302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234B9B-2F42-42E6-B656-AC7B59B78BE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4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</dc:creator>
  <cp:lastModifiedBy>i</cp:lastModifiedBy>
  <cp:revision>1</cp:revision>
  <dcterms:created xsi:type="dcterms:W3CDTF">2026-07-04T04:08:09Z</dcterms:created>
  <dcterms:modified xsi:type="dcterms:W3CDTF">2026-07-04T04:08:09Z</dcterms:modified>
</cp:coreProperties>
</file>