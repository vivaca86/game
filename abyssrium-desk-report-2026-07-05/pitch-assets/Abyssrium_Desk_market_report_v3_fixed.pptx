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418C5-F842-C85E-0F9C-1279606638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4E82EF2-B2D8-8058-D892-62040EC3F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B45206-3E0A-7D45-AC1C-5703786DB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9E4C3B-4E45-26E5-8D6C-A04864FDF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1BE12E-970F-7254-E855-97760BB5A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120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79A482-1A56-5BC2-4273-21353C97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D771F8-FB85-9294-4F73-0D1AB5C7C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E2E09C-4A86-3497-4A62-96A9E5BF4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5646C8-8E4C-F297-546F-5B080AE17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133896-20C0-0F8F-5EF9-EA26959EC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9527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5179-ABA9-F4B4-B5BF-E0602932E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FDB1152-06E7-B8C5-D4C7-B3D88FF9C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E6798F-CDEF-D334-1F28-3AF28BF7B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7C7774-4084-FC5D-6591-1D9BBCCC5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465CF0-9CE4-8B66-E44C-E1A00C22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467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A1D75F-ADF7-B586-53CF-51695002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3118C-5E6F-9395-BD18-AB55DFF84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115CC62-29EB-12DC-4AC5-1ADF0C4584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A169001-365F-33DF-6F92-40E5C2B80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ACEFB2-A1F0-5C10-640D-B263FFA94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B7EA49C-1AA5-3AA9-1422-0356A9F6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44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1D4BD-5CA4-1F58-5EDE-65494EC7F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DC38DA-CD81-331B-AAE8-56A560E81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DFF82A1-5E12-0D36-D3BE-C8CDD016D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3BA5B97-E4FE-8950-734E-505EE07DB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9637AE-572B-F76E-E99B-3F3A4831C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FCE91E-3B07-6736-8C40-158C639B8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21A978-76E5-1954-F5CE-6C942A7C7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797A82-64BD-EC30-65C3-24A616CAD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36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9987F7-461B-7AD8-AE01-896EE4CD7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A28DA88-DAF8-6D47-A791-F2D76B5CB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55BDCF-2688-9492-5E8E-524208E5D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3643E0-BE24-DBC1-5917-5F4603499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903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3C745D-A0CD-D15D-92E2-708F8682A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C72B542-59BA-FC8A-A9E0-FBD4113F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CAA061-4769-2EE5-A1CE-E0C711FA8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069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D74AB-9948-F51A-54E9-269F435F7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93D68C-28B3-7A05-8E37-F642737AC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55C9CAC-D570-D909-C66B-B7C48620C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A39D38-AEB5-05D9-C032-7D35CE154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3CFD78-165B-6A39-BC77-6CB71CFDE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895BF7-CB02-4D3D-D8D1-5B807D470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7744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D664E2-8001-C3C9-0A3F-218AA353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AFE404-DC78-EC91-D2CE-AC4E352209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B20BD8-D6F9-A5E4-AB7D-06DA75E79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4BCAB5-BEAE-9492-3EF2-E61F0A675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9EA056-AA91-D6E9-8835-0DD9B7A9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C1A0D1-5AD1-B7CB-8EC9-5A0C59589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3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FE077D-B213-E284-04F2-DD365E97D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A2C744-DFEE-D884-8686-179523673B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2E1713-8B48-ACA9-1B40-CDF1F464F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2B9755-C5C1-1AC0-2440-5DCED34A2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3E9327-FCED-7BEF-20D9-76D0DC3A4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659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70B393D-E267-C31D-4451-BE081AB483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D9A34C-C9DD-0456-6F8D-EE4F6F92C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405B1-5FF2-F023-1125-6DBD2947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0EC9A0-DDED-EE8E-7BDB-173143FE3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5C47F9-0548-4D4C-355D-2DE30AA40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771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97029D-9094-2D6B-9D1E-8A042E0CF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08174FE-85FB-58FD-8662-5119014CBB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0A8024-3C3B-3614-8675-6D46C9A28A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1A466-29B0-4710-A920-26E4C8E38FD5}" type="datetimeFigureOut">
              <a:rPr lang="ko-KR" altLang="en-US" smtClean="0"/>
              <a:t>2026-07-04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8DD2E-9C2A-6127-480D-18DE43170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41342B-13E7-D320-5540-B3C58C29C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B2625-F048-4B18-9557-CDB36B4DB5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62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5A1D8F-9851-6B08-8C56-46430AC6442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4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467AF11-7BAD-481E-3AB6-543D0C73C1C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41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3CF7188-8FE3-06F9-CFB6-0D03961D96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905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3089399-91AB-503A-754B-EC50BE9021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9B04497-D637-3C3D-AB2D-40FCF44723A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782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A1E448-0BEC-E168-701A-41A543726F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702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06377DC-4398-678E-3153-9B8065D4B17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8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FE95BD-93FA-2979-B19F-89146A4ED8A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651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372A048-5BED-58B1-618A-5F6F5782A2E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829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64E4E5-8109-9342-D4D2-376B6EF914D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126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9A5F2F-E2A7-BD06-8E81-D74905365A3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19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700A454-86BB-44BD-6F99-DAB13B9DF5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69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B74CE2-777C-37D2-2881-E8A84C6A376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76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8024ED-8C77-D824-EE72-5DBFDCD26B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05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</dc:creator>
  <cp:lastModifiedBy>i</cp:lastModifiedBy>
  <cp:revision>1</cp:revision>
  <dcterms:created xsi:type="dcterms:W3CDTF">2026-07-04T04:28:17Z</dcterms:created>
  <dcterms:modified xsi:type="dcterms:W3CDTF">2026-07-04T04:28:17Z</dcterms:modified>
</cp:coreProperties>
</file>